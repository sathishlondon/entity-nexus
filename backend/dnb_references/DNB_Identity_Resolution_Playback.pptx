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Playback of D&amp;B Identity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</a:t>
            </a:r>
          </a:p>
          <a:p>
            <a:r>
              <a:t>• Confirm detailed understanding of D&amp;B Identity Resolution</a:t>
            </a:r>
          </a:p>
          <a:p>
            <a:r>
              <a:t>• Validate interpretation of MatchGrade, Confidence Code, Match Data Profile</a:t>
            </a:r>
          </a:p>
          <a:p/>
          <a:p>
            <a:r>
              <a:t>Intent: Playback for confirmation, not challenge.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Used Throughout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Inquiry:</a:t>
            </a:r>
          </a:p>
          <a:p>
            <a:r>
              <a:t>Alpha Plastics of L.V.</a:t>
            </a:r>
          </a:p>
          <a:p>
            <a:r>
              <a:t>123 N Elm Str, Bethlhm, PA 18025</a:t>
            </a:r>
          </a:p>
          <a:p>
            <a:r>
              <a:t>610-882-7600</a:t>
            </a:r>
          </a:p>
          <a:p/>
          <a:p>
            <a:r>
              <a:t>Candidate:</a:t>
            </a:r>
          </a:p>
          <a:p>
            <a:r>
              <a:t>Alpha Plastics Inc</a:t>
            </a:r>
          </a:p>
          <a:p>
            <a:r>
              <a:t>123 Elm St, Bethlehem, PA</a:t>
            </a:r>
          </a:p>
          <a:p>
            <a:r>
              <a:t>610-882-7600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 – Cleanse, Parse, Standardise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D&amp;B normalises input data:</a:t>
            </a:r>
          </a:p>
          <a:p>
            <a:r>
              <a:t>• Remove noise &amp; abbreviations</a:t>
            </a:r>
          </a:p>
          <a:p>
            <a:r>
              <a:t>• Parse address into components</a:t>
            </a:r>
          </a:p>
          <a:p>
            <a:r>
              <a:t>• Standardise spelling &amp; postal formats</a:t>
            </a:r>
          </a:p>
          <a:p/>
          <a:p>
            <a:r>
              <a:t>Output used for matching.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 – Candidate 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D&amp;B retrieves potential candidates using:</a:t>
            </a:r>
          </a:p>
          <a:p>
            <a:r>
              <a:t>• Name variants</a:t>
            </a:r>
          </a:p>
          <a:p>
            <a:r>
              <a:t>• Address variants</a:t>
            </a:r>
          </a:p>
          <a:p>
            <a:r>
              <a:t>• Phone &amp; identifiers</a:t>
            </a:r>
          </a:p>
          <a:p/>
          <a:p>
            <a:r>
              <a:t>No decision made at this stage.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 – Evaluate &amp; Decide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artefacts produced:</a:t>
            </a:r>
          </a:p>
          <a:p>
            <a:r>
              <a:t>• MatchGrade String (MGS)</a:t>
            </a:r>
          </a:p>
          <a:p>
            <a:r>
              <a:t>• Confidence Code (CC)</a:t>
            </a:r>
          </a:p>
          <a:p>
            <a:r>
              <a:t>• Match Data Profile (MDP)</a:t>
            </a:r>
          </a:p>
          <a:p/>
          <a:p>
            <a:r>
              <a:t>Used together, not independently.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MatchGrade String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MGS:</a:t>
            </a:r>
          </a:p>
          <a:p>
            <a:r>
              <a:t>AZZAAZAAAA</a:t>
            </a:r>
          </a:p>
          <a:p/>
          <a:p>
            <a:r>
              <a:t>Each character represents similarity for one component.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MGS Decoded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Name: A</a:t>
            </a:r>
          </a:p>
          <a:p>
            <a:r>
              <a:t>Street Number: Z</a:t>
            </a:r>
          </a:p>
          <a:p>
            <a:r>
              <a:t>Street Name: Z</a:t>
            </a:r>
          </a:p>
          <a:p>
            <a:r>
              <a:t>City: A</a:t>
            </a:r>
          </a:p>
          <a:p>
            <a:r>
              <a:t>State: A</a:t>
            </a:r>
          </a:p>
          <a:p>
            <a:r>
              <a:t>Postal Code: Z</a:t>
            </a:r>
          </a:p>
          <a:p>
            <a:r>
              <a:t>Phone: A</a:t>
            </a:r>
          </a:p>
          <a:p>
            <a:r>
              <a:t>SIC: A</a:t>
            </a:r>
          </a:p>
          <a:p>
            <a:r>
              <a:t>Density: A</a:t>
            </a:r>
          </a:p>
          <a:p>
            <a:r>
              <a:t>Uniqueness: 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Confidence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Aggregated qualitative confidence (1–10).</a:t>
            </a:r>
          </a:p>
          <a:p/>
          <a:p>
            <a:r>
              <a:t>Higher = stronger confidence.</a:t>
            </a:r>
          </a:p>
          <a:p>
            <a:r>
              <a:t>Not a legal assertion.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Match Data Profile (MDP)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Explains *where* the match came from:</a:t>
            </a:r>
          </a:p>
          <a:p>
            <a:r>
              <a:t>• Primary Name</a:t>
            </a:r>
          </a:p>
          <a:p>
            <a:r>
              <a:t>• Registered Name</a:t>
            </a:r>
          </a:p>
          <a:p>
            <a:r>
              <a:t>• Tradestyle</a:t>
            </a:r>
          </a:p>
          <a:p>
            <a:r>
              <a:t>• Former Name</a:t>
            </a:r>
          </a:p>
          <a:p/>
          <a:p>
            <a:r>
              <a:t>Critical for explainability.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Party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Party system:</a:t>
            </a:r>
          </a:p>
          <a:p>
            <a:r>
              <a:t>• Consumes D&amp;B evidence</a:t>
            </a:r>
          </a:p>
          <a:p>
            <a:r>
              <a:t>• Applies policy thresholds</a:t>
            </a:r>
          </a:p>
          <a:p>
            <a:r>
              <a:t>• Decides auto-link, review, or reject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Confirmation Requested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Please confirm:</a:t>
            </a:r>
          </a:p>
          <a:p>
            <a:r>
              <a:t>• Process understanding</a:t>
            </a:r>
          </a:p>
          <a:p>
            <a:r>
              <a:t>• MGS structure</a:t>
            </a:r>
          </a:p>
          <a:p>
            <a:r>
              <a:t>• Role of CC &amp; MDP</a:t>
            </a:r>
          </a:p>
          <a:p>
            <a:r>
              <a:t>• Boundary between D&amp;B and Party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